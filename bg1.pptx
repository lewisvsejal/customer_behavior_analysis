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B4C8"/>
    <a:srgbClr val="6EC1D2"/>
    <a:srgbClr val="8FAADC"/>
    <a:srgbClr val="DCC5ED"/>
    <a:srgbClr val="AC9F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A59506A2-6BA4-423D-BAF2-1151C55E0AB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354ADDC2-940B-4069-9773-A0728D01B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3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06A2-6BA4-423D-BAF2-1151C55E0AB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DDC2-940B-4069-9773-A0728D01B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753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06A2-6BA4-423D-BAF2-1151C55E0AB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DDC2-940B-4069-9773-A0728D01B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72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06A2-6BA4-423D-BAF2-1151C55E0AB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DDC2-940B-4069-9773-A0728D01B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29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06A2-6BA4-423D-BAF2-1151C55E0AB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DDC2-940B-4069-9773-A0728D01B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82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06A2-6BA4-423D-BAF2-1151C55E0AB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DDC2-940B-4069-9773-A0728D01B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493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06A2-6BA4-423D-BAF2-1151C55E0AB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DDC2-940B-4069-9773-A0728D01B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742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06A2-6BA4-423D-BAF2-1151C55E0AB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54ADDC2-940B-4069-9773-A0728D01B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529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A59506A2-6BA4-423D-BAF2-1151C55E0AB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354ADDC2-940B-4069-9773-A0728D01B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941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06A2-6BA4-423D-BAF2-1151C55E0AB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DDC2-940B-4069-9773-A0728D01B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47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06A2-6BA4-423D-BAF2-1151C55E0AB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DDC2-940B-4069-9773-A0728D01B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464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A59506A2-6BA4-423D-BAF2-1151C55E0AB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354ADDC2-940B-4069-9773-A0728D01B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759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>
                <a:lumMod val="75000"/>
              </a:schemeClr>
            </a:gs>
            <a:gs pos="100000">
              <a:srgbClr val="B2AFD0">
                <a:alpha val="98000"/>
                <a:lumMod val="71000"/>
                <a:lumOff val="29000"/>
              </a:srgbClr>
            </a:gs>
            <a:gs pos="100000">
              <a:schemeClr val="tx2">
                <a:lumMod val="60000"/>
                <a:lumOff val="40000"/>
              </a:schemeClr>
            </a:gs>
            <a:gs pos="0">
              <a:srgbClr val="DCC5ED"/>
            </a:gs>
          </a:gsLst>
          <a:path path="rect">
            <a:fillToRect t="100000" r="100000"/>
          </a:path>
          <a:tileRect l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FE8B7-BFE9-3E45-792A-FCE101C1D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7455796-E64D-C451-5137-1AAE6969EBC3}"/>
              </a:ext>
            </a:extLst>
          </p:cNvPr>
          <p:cNvSpPr/>
          <p:nvPr/>
        </p:nvSpPr>
        <p:spPr>
          <a:xfrm>
            <a:off x="-3" y="-22577"/>
            <a:ext cx="12192004" cy="1860804"/>
          </a:xfrm>
          <a:custGeom>
            <a:avLst/>
            <a:gdLst>
              <a:gd name="connsiteX0" fmla="*/ 0 w 12192001"/>
              <a:gd name="connsiteY0" fmla="*/ 0 h 865697"/>
              <a:gd name="connsiteX1" fmla="*/ 0 w 12192001"/>
              <a:gd name="connsiteY1" fmla="*/ 0 h 865697"/>
              <a:gd name="connsiteX2" fmla="*/ 12192001 w 12192001"/>
              <a:gd name="connsiteY2" fmla="*/ 0 h 865697"/>
              <a:gd name="connsiteX3" fmla="*/ 12192001 w 12192001"/>
              <a:gd name="connsiteY3" fmla="*/ 0 h 865697"/>
              <a:gd name="connsiteX4" fmla="*/ 12192001 w 12192001"/>
              <a:gd name="connsiteY4" fmla="*/ 865697 h 865697"/>
              <a:gd name="connsiteX5" fmla="*/ 12192001 w 12192001"/>
              <a:gd name="connsiteY5" fmla="*/ 865697 h 865697"/>
              <a:gd name="connsiteX6" fmla="*/ 0 w 12192001"/>
              <a:gd name="connsiteY6" fmla="*/ 865697 h 865697"/>
              <a:gd name="connsiteX7" fmla="*/ 0 w 12192001"/>
              <a:gd name="connsiteY7" fmla="*/ 865697 h 865697"/>
              <a:gd name="connsiteX8" fmla="*/ 0 w 12192001"/>
              <a:gd name="connsiteY8" fmla="*/ 0 h 865697"/>
              <a:gd name="connsiteX0" fmla="*/ 0 w 12192001"/>
              <a:gd name="connsiteY0" fmla="*/ 0 h 865697"/>
              <a:gd name="connsiteX1" fmla="*/ 0 w 12192001"/>
              <a:gd name="connsiteY1" fmla="*/ 0 h 865697"/>
              <a:gd name="connsiteX2" fmla="*/ 12192001 w 12192001"/>
              <a:gd name="connsiteY2" fmla="*/ 0 h 865697"/>
              <a:gd name="connsiteX3" fmla="*/ 12192001 w 12192001"/>
              <a:gd name="connsiteY3" fmla="*/ 0 h 865697"/>
              <a:gd name="connsiteX4" fmla="*/ 12192001 w 12192001"/>
              <a:gd name="connsiteY4" fmla="*/ 865697 h 865697"/>
              <a:gd name="connsiteX5" fmla="*/ 12192001 w 12192001"/>
              <a:gd name="connsiteY5" fmla="*/ 865697 h 865697"/>
              <a:gd name="connsiteX6" fmla="*/ 0 w 12192001"/>
              <a:gd name="connsiteY6" fmla="*/ 865697 h 865697"/>
              <a:gd name="connsiteX7" fmla="*/ 0 w 12192001"/>
              <a:gd name="connsiteY7" fmla="*/ 865697 h 865697"/>
              <a:gd name="connsiteX8" fmla="*/ 0 w 12192001"/>
              <a:gd name="connsiteY8" fmla="*/ 0 h 865697"/>
              <a:gd name="connsiteX0" fmla="*/ 0 w 12192001"/>
              <a:gd name="connsiteY0" fmla="*/ 0 h 1695976"/>
              <a:gd name="connsiteX1" fmla="*/ 0 w 12192001"/>
              <a:gd name="connsiteY1" fmla="*/ 0 h 1695976"/>
              <a:gd name="connsiteX2" fmla="*/ 12192001 w 12192001"/>
              <a:gd name="connsiteY2" fmla="*/ 0 h 1695976"/>
              <a:gd name="connsiteX3" fmla="*/ 12192001 w 12192001"/>
              <a:gd name="connsiteY3" fmla="*/ 0 h 1695976"/>
              <a:gd name="connsiteX4" fmla="*/ 12192001 w 12192001"/>
              <a:gd name="connsiteY4" fmla="*/ 865697 h 1695976"/>
              <a:gd name="connsiteX5" fmla="*/ 12192001 w 12192001"/>
              <a:gd name="connsiteY5" fmla="*/ 865697 h 1695976"/>
              <a:gd name="connsiteX6" fmla="*/ 0 w 12192001"/>
              <a:gd name="connsiteY6" fmla="*/ 865697 h 1695976"/>
              <a:gd name="connsiteX7" fmla="*/ 0 w 12192001"/>
              <a:gd name="connsiteY7" fmla="*/ 865697 h 1695976"/>
              <a:gd name="connsiteX8" fmla="*/ 0 w 12192001"/>
              <a:gd name="connsiteY8" fmla="*/ 0 h 1695976"/>
              <a:gd name="connsiteX0" fmla="*/ 0 w 12192001"/>
              <a:gd name="connsiteY0" fmla="*/ 0 h 1840182"/>
              <a:gd name="connsiteX1" fmla="*/ 0 w 12192001"/>
              <a:gd name="connsiteY1" fmla="*/ 0 h 1840182"/>
              <a:gd name="connsiteX2" fmla="*/ 12192001 w 12192001"/>
              <a:gd name="connsiteY2" fmla="*/ 0 h 1840182"/>
              <a:gd name="connsiteX3" fmla="*/ 12192001 w 12192001"/>
              <a:gd name="connsiteY3" fmla="*/ 0 h 1840182"/>
              <a:gd name="connsiteX4" fmla="*/ 12192001 w 12192001"/>
              <a:gd name="connsiteY4" fmla="*/ 865697 h 1840182"/>
              <a:gd name="connsiteX5" fmla="*/ 12192001 w 12192001"/>
              <a:gd name="connsiteY5" fmla="*/ 865697 h 1840182"/>
              <a:gd name="connsiteX6" fmla="*/ 0 w 12192001"/>
              <a:gd name="connsiteY6" fmla="*/ 865697 h 1840182"/>
              <a:gd name="connsiteX7" fmla="*/ 0 w 12192001"/>
              <a:gd name="connsiteY7" fmla="*/ 865697 h 1840182"/>
              <a:gd name="connsiteX8" fmla="*/ 0 w 12192001"/>
              <a:gd name="connsiteY8" fmla="*/ 0 h 1840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1" h="1840182">
                <a:moveTo>
                  <a:pt x="0" y="0"/>
                </a:moveTo>
                <a:lnTo>
                  <a:pt x="0" y="0"/>
                </a:lnTo>
                <a:lnTo>
                  <a:pt x="12192001" y="0"/>
                </a:lnTo>
                <a:lnTo>
                  <a:pt x="12192001" y="0"/>
                </a:lnTo>
                <a:lnTo>
                  <a:pt x="12192001" y="865697"/>
                </a:lnTo>
                <a:lnTo>
                  <a:pt x="12192001" y="865697"/>
                </a:lnTo>
                <a:cubicBezTo>
                  <a:pt x="8128001" y="865697"/>
                  <a:pt x="2304026" y="3058290"/>
                  <a:pt x="0" y="865697"/>
                </a:cubicBezTo>
                <a:lnTo>
                  <a:pt x="0" y="86569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43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F354D9-F2DE-23B7-35B2-F5B758F1EDDD}"/>
              </a:ext>
            </a:extLst>
          </p:cNvPr>
          <p:cNvSpPr/>
          <p:nvPr/>
        </p:nvSpPr>
        <p:spPr>
          <a:xfrm>
            <a:off x="157311" y="983226"/>
            <a:ext cx="2603966" cy="5683045"/>
          </a:xfrm>
          <a:prstGeom prst="roundRect">
            <a:avLst>
              <a:gd name="adj" fmla="val 5406"/>
            </a:avLst>
          </a:pr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538CD6-2B6E-10E2-4711-F4EF293C1D09}"/>
              </a:ext>
            </a:extLst>
          </p:cNvPr>
          <p:cNvSpPr/>
          <p:nvPr/>
        </p:nvSpPr>
        <p:spPr>
          <a:xfrm>
            <a:off x="2922308" y="2367113"/>
            <a:ext cx="2912884" cy="2123767"/>
          </a:xfrm>
          <a:prstGeom prst="roundRect">
            <a:avLst>
              <a:gd name="adj" fmla="val 5406"/>
            </a:avLst>
          </a:pr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96519D-715A-0893-9CCD-D9F36ABC2CF1}"/>
              </a:ext>
            </a:extLst>
          </p:cNvPr>
          <p:cNvSpPr/>
          <p:nvPr/>
        </p:nvSpPr>
        <p:spPr>
          <a:xfrm>
            <a:off x="6044171" y="2367112"/>
            <a:ext cx="2912884" cy="2123767"/>
          </a:xfrm>
          <a:prstGeom prst="roundRect">
            <a:avLst>
              <a:gd name="adj" fmla="val 5406"/>
            </a:avLst>
          </a:pr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4BFB5E-48D7-4D6E-E4F9-C26FC0EDEBA3}"/>
              </a:ext>
            </a:extLst>
          </p:cNvPr>
          <p:cNvSpPr/>
          <p:nvPr/>
        </p:nvSpPr>
        <p:spPr>
          <a:xfrm>
            <a:off x="9118086" y="2367112"/>
            <a:ext cx="2912884" cy="2123767"/>
          </a:xfrm>
          <a:prstGeom prst="roundRect">
            <a:avLst>
              <a:gd name="adj" fmla="val 5406"/>
            </a:avLst>
          </a:pr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4499031-F216-9C61-AC0E-FE178E1B9A17}"/>
              </a:ext>
            </a:extLst>
          </p:cNvPr>
          <p:cNvSpPr/>
          <p:nvPr/>
        </p:nvSpPr>
        <p:spPr>
          <a:xfrm>
            <a:off x="2922308" y="4630987"/>
            <a:ext cx="4316092" cy="2035284"/>
          </a:xfrm>
          <a:prstGeom prst="roundRect">
            <a:avLst>
              <a:gd name="adj" fmla="val 5406"/>
            </a:avLst>
          </a:pr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8C6EF5-EF5D-7B1B-9C66-945CDC88F248}"/>
              </a:ext>
            </a:extLst>
          </p:cNvPr>
          <p:cNvSpPr/>
          <p:nvPr/>
        </p:nvSpPr>
        <p:spPr>
          <a:xfrm>
            <a:off x="7340983" y="4630987"/>
            <a:ext cx="4693706" cy="2035284"/>
          </a:xfrm>
          <a:prstGeom prst="roundRect">
            <a:avLst>
              <a:gd name="adj" fmla="val 5406"/>
            </a:avLst>
          </a:pr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6B6192-5EEF-CBDB-5225-45EE452A41D0}"/>
              </a:ext>
            </a:extLst>
          </p:cNvPr>
          <p:cNvSpPr/>
          <p:nvPr/>
        </p:nvSpPr>
        <p:spPr>
          <a:xfrm>
            <a:off x="2922309" y="1037300"/>
            <a:ext cx="9108660" cy="1189707"/>
          </a:xfrm>
          <a:prstGeom prst="roundRect">
            <a:avLst>
              <a:gd name="adj" fmla="val 5406"/>
            </a:avLst>
          </a:pr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A8EA24B-5A90-A52A-6E80-B3D478F35101}"/>
              </a:ext>
            </a:extLst>
          </p:cNvPr>
          <p:cNvSpPr/>
          <p:nvPr/>
        </p:nvSpPr>
        <p:spPr>
          <a:xfrm>
            <a:off x="-3" y="-24585"/>
            <a:ext cx="12490518" cy="867703"/>
          </a:xfrm>
          <a:prstGeom prst="roundRect">
            <a:avLst>
              <a:gd name="adj" fmla="val 0"/>
            </a:avLst>
          </a:prstGeom>
          <a:solidFill>
            <a:srgbClr val="50B4C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12379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90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 Light</vt:lpstr>
      <vt:lpstr>Metropolitan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LEWIS SEJAL WILSON</dc:creator>
  <cp:lastModifiedBy>LEWIS SEJAL WILSON</cp:lastModifiedBy>
  <cp:revision>4</cp:revision>
  <dcterms:created xsi:type="dcterms:W3CDTF">2025-12-09T11:28:59Z</dcterms:created>
  <dcterms:modified xsi:type="dcterms:W3CDTF">2025-12-11T12:04:41Z</dcterms:modified>
</cp:coreProperties>
</file>